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(약식)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TC-8/10 : 권한상승 위험 + 삭제 작업 → G3 + Critical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퇴직자 계정/라이선스 자동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금동진 대리/시스템운영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HR 퇴직 확정 데이터를 연계하여 M365 계정 비활성화 및 라이선스 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이ㅇㅇ/메가존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Directory.ReadWrite.All : 퇴직 예정자 계정 비활성화 및 라이선스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사용자 계정 속성, 라이선스 할당 정보 (전사)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①활용계정/App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전사 계정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월 평균 30~50명 / 일 1회 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인사 규정에 따름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처리 이력 로그만 보관 (1년)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무기한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163824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IT Request 접수 시 기입 항목 : 권한 사용 App, Graph API명, 필요 데이터 필드, 활용 목적, 비고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①활용계정/App : 실제 데이터를 읽거나 쓰는 대상 계정·사서함·사이트·팀을 구체적으로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저장/2차 가공 : 저장하지 않으면 'N/A', 저장 시 저장위치·보관기간·2차 활용범위를 함께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