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E2761"/>
                </a:solidFill>
                <a:latin typeface="맑은 고딕"/>
              </a:rPr>
              <a:t>Graph API 권한 신청서 (약식) — 작성 예시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" y="603504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B707B"/>
                </a:solidFill>
                <a:latin typeface="맑은 고딕"/>
              </a:rPr>
              <a:t>TC-14 : '특정 팀' + '전사' 동시 서술 → 재판정 미발동 + 범위 상충 기대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960120"/>
          <a:ext cx="859536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2148840"/>
                <a:gridCol w="1188720"/>
                <a:gridCol w="1234440"/>
                <a:gridCol w="1234440"/>
                <a:gridCol w="1371600"/>
              </a:tblGrid>
              <a:tr h="329184"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과제명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 gridSpan="3"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>Teams 공지 자동화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요청자/부서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>한국남 대리/시스템운영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과제개요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 gridSpan="3"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>시스템 장애 발생 시 Teams 채널에 자동 공지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개발자/소속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>최ㅇㅇ/사내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*① API명/활용목적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 gridSpan="3"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>ChannelMessage.Send : 특정 팀의 공지 채널에 장애 알림 게시 (추후 전사 확대)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①Delegated/Application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>Application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①활용 데이터/URL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 gridSpan="3"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>채널 메시지 본문 / 전사 모든 팀으로 확대 예정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①활용계정/App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>IT운영 공지팀 → 전사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영향 범위/활용 규모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>1차 IT운영팀 30명, 2차 전 임직원 / 장애 발생 시 실시간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정보주체 인지/동의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저장/2차 가공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*비고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 gridSpan="3"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권한 만료일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>2027-12-31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92608" y="3163824"/>
            <a:ext cx="855878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6B707B"/>
                </a:solidFill>
                <a:latin typeface="맑은 고딕"/>
              </a:rPr>
              <a:t>* IT Request 접수 시 기입 항목 : 권한 사용 App, Graph API명, 필요 데이터 필드, 활용 목적, 비고</a:t>
            </a:r>
          </a:p>
          <a:p>
            <a:r>
              <a:rPr sz="850">
                <a:solidFill>
                  <a:srgbClr val="6B707B"/>
                </a:solidFill>
                <a:latin typeface="맑은 고딕"/>
              </a:rPr>
              <a:t>* ①활용계정/App : 실제 데이터를 읽거나 쓰는 대상 계정·사서함·사이트·팀을 구체적으로 기재</a:t>
            </a:r>
          </a:p>
          <a:p>
            <a:r>
              <a:rPr sz="850">
                <a:solidFill>
                  <a:srgbClr val="6B707B"/>
                </a:solidFill>
                <a:latin typeface="맑은 고딕"/>
              </a:rPr>
              <a:t>* 저장/2차 가공 : 저장하지 않으면 'N/A', 저장 시 저장위치·보관기간·2차 활용범위를 함께 기재</a:t>
            </a:r>
          </a:p>
          <a:p>
            <a:r>
              <a:rPr sz="850">
                <a:solidFill>
                  <a:srgbClr val="6B707B"/>
                </a:solidFill>
                <a:latin typeface="맑은 고딕"/>
              </a:rPr>
              <a:t>* 하나의 과제에 복수의 API가 필요한 경우 행을 추가하여 기입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