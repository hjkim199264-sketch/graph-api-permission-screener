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맑은 고딕"/>
              </a:rPr>
              <a:t>Graph API 권한 신청서 (Full) — 작성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03504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07B"/>
                </a:solidFill>
                <a:latin typeface="맑은 고딕"/>
              </a:rPr>
              <a:t>TC-5 : 데이터 최소화 + 미저장 → G3에서 1등급 하향(G2) 기대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85953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48840"/>
                <a:gridCol w="1188720"/>
                <a:gridCol w="1234440"/>
                <a:gridCol w="1234440"/>
                <a:gridCol w="1371600"/>
              </a:tblGrid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과제명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협업지수 산출 (HR Peer)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요청자/부서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김호연 대리/DX기획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과제개요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메일/채팅/회의 교신 '수'만 집계하여 조직 협업지수 산출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개발자/소속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정ㅇㅇ/사내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*① 요청 API명/활용목적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Mail.ReadWrite : 교신 건수 집계 및 결과 메일 발송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 Entra APP ID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HR-Peer-PRD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①활용 데이터/URL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메일 본문 Field 제외 로직 구현, 발신자/수신자/일시 메타데이터만 사용 (마스킹 적용)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①Delegated/Application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 API명/활용목적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 Entra APP ID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②활용 데이터/URL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②Delegated/Application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영향 범위/활용 규모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HR 평가 대상 임직원 1,200명 / 월 1회 집계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정보주체 인지/동의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전원 동의/인지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저장/2차 가공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N/A (저장 없이 통계 집계값만 활용)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 gridSpan="3"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원문 미보관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1">
                          <a:solidFill>
                            <a:srgbClr val="1E2761"/>
                          </a:solidFill>
                          <a:latin typeface="맑은 고딕"/>
                        </a:rPr>
                        <a:t>권한 만료일</a:t>
                      </a:r>
                    </a:p>
                  </a:txBody>
                  <a:tcPr>
                    <a:solidFill>
                      <a:srgbClr val="E8ECF6"/>
                    </a:solidFill>
                  </a:tcPr>
                </a:tc>
                <a:tc>
                  <a:txBody>
                    <a:bodyPr wrap="square" lIns="45720" rIns="45720" tIns="18288" bIns="18288" anchor="ctr"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맑은 고딕"/>
                        </a:rPr>
                        <a:t>2027-06-30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2608" y="3822191"/>
            <a:ext cx="85587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B707B"/>
                </a:solidFill>
                <a:latin typeface="맑은 고딕"/>
              </a:rPr>
              <a:t>* ① 요청 API명/활용목적 : Microsoft Graph 공식 권한명 + ' : ' + 활용목적  (예: Mail.Read : 특정 공유사서함의 알람 메일 수신 처리)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①Delegated/Application : 로그인 사용자 권한 범위 내 사용이면 Delegated, 사용자 없이 앱 단독 실행이면 Application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특정 사서함/팀/사이트만 사용하는 경우 활용목적·활용데이터에 그 대상을 반드시 명시 (등급 하향 및 범위 제한 조치 근거)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권한 만료일은 필수 기재 (미기재 시 접수 보류). 최대 1년 이내 권장</a:t>
            </a:r>
          </a:p>
          <a:p>
            <a:r>
              <a:rPr sz="850">
                <a:solidFill>
                  <a:srgbClr val="6B707B"/>
                </a:solidFill>
                <a:latin typeface="맑은 고딕"/>
              </a:rPr>
              <a:t>* 하나의 과제에 복수의 API가 필요한 경우 ③④… 행을 추가하여 기입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