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맑은 고딕"/>
              </a:rPr>
              <a:t>Graph API 권한 신청서 (Full) — 작성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03504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07B"/>
                </a:solidFill>
                <a:latin typeface="맑은 고딕"/>
              </a:rPr>
              <a:t>TC-2 : 전사 범위 민감 정보 → G3 유지 기대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48840"/>
                <a:gridCol w="1188720"/>
                <a:gridCol w="1234440"/>
                <a:gridCol w="1234440"/>
                <a:gridCol w="1371600"/>
              </a:tblGrid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과제명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전사 메일 기반 AI 지식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요청자/부서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이승목 과장/DX기획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과제개요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전사 메일 본문을 수집·적재하여 사내 지식 검색 서비스 학습 데이터로 활용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개발자/소속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박ㅇㅇ/메가존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*① 요청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Mail.Read : 전사 메일 본문을 수집하여 지식 검색 인덱스 구축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 Entra APP ID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KM-Search-PRD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메일 제목/본문/첨부파일명/발신자 (전체 사용자 사서함)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Sites.ReadWrite.All : SharePoint 문서 수집 및 정제 결과 업로드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 Entra APP ID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KM-Search-PRD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전사 SharePoint 사이트 문서 목록 및 본문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영향 범위/활용 규모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전 임직원 약 4,000명 / 매일 증분 수집 배치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정보주체 인지/동의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저장/2차 가공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Azure AI Search 인덱스에 본문 적재, 벡터 임베딩 2차 가공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권한 만료일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2608" y="3822191"/>
            <a:ext cx="8558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B707B"/>
                </a:solidFill>
                <a:latin typeface="맑은 고딕"/>
              </a:rPr>
              <a:t>* ① 요청 API명/활용목적 : Microsoft Graph 공식 권한명 + ' : ' + 활용목적  (예: Mail.Read : 특정 공유사서함의 알람 메일 수신 처리)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①Delegated/Application : 로그인 사용자 권한 범위 내 사용이면 Delegated, 사용자 없이 앱 단독 실행이면 Application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특정 사서함/팀/사이트만 사용하는 경우 활용목적·활용데이터에 그 대상을 반드시 명시 (등급 하향 및 범위 제한 조치 근거)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권한 만료일은 필수 기재 (미기재 시 접수 보류). 최대 1년 이내 권장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하나의 과제에 복수의 API가 필요한 경우 ③④… 행을 추가하여 기입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