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761"/>
                </a:solidFill>
                <a:latin typeface="맑은 고딕"/>
              </a:rPr>
              <a:t>Graph API 권한 신청서 (Full)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03504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07B"/>
                </a:solidFill>
                <a:latin typeface="맑은 고딕"/>
              </a:rPr>
              <a:t>DX혁신실 M365 운영 | 접수 후 등급 분류(G1/G2/G3) 및 보안 검토가 진행됩니다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85953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48840"/>
                <a:gridCol w="1188720"/>
                <a:gridCol w="1234440"/>
                <a:gridCol w="1234440"/>
                <a:gridCol w="1371600"/>
              </a:tblGrid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과제명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요청자/부서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과제개요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개발자/소속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*① 요청 API명/활용목적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 Entra APP ID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①활용 데이터/URL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①Delegated/Application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② API명/활용목적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② Entra APP ID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②활용 데이터/URL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②Delegated/Application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영향 범위/활용 규모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정보주체 인지/동의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저장/2차 가공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권한 만료일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2608" y="3822191"/>
            <a:ext cx="85587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6B707B"/>
                </a:solidFill>
                <a:latin typeface="맑은 고딕"/>
              </a:rPr>
              <a:t>* ① 요청 API명/활용목적 : Microsoft Graph 공식 권한명 + ' : ' + 활용목적  (예: Mail.Read : 특정 공유사서함의 알람 메일 수신 처리)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①Delegated/Application : 로그인 사용자 권한 범위 내 사용이면 Delegated, 사용자 없이 앱 단독 실행이면 Application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특정 사서함/팀/사이트만 사용하는 경우 활용목적·활용데이터에 그 대상을 반드시 명시 (등급 하향 및 범위 제한 조치 근거)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권한 만료일은 필수 기재 (미기재 시 접수 보류). 최대 1년 이내 권장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하나의 과제에 복수의 API가 필요한 경우 ③④… 행을 추가하여 기입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761"/>
                </a:solidFill>
                <a:latin typeface="맑은 고딕"/>
              </a:rPr>
              <a:t>Graph API 권한 신청서 (약식)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03504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07B"/>
                </a:solidFill>
                <a:latin typeface="맑은 고딕"/>
              </a:rPr>
              <a:t>IT Request 본문 기입용 약식 양식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85953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48840"/>
                <a:gridCol w="1188720"/>
                <a:gridCol w="1234440"/>
                <a:gridCol w="1234440"/>
                <a:gridCol w="1371600"/>
              </a:tblGrid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과제명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요청자/부서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과제개요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개발자/소속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*① API명/활용목적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①Delegated/Application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①활용 데이터/URL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①활용계정/App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영향 범위/활용 규모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정보주체 인지/동의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저장/2차 가공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*비고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권한 만료일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2608" y="3163824"/>
            <a:ext cx="85587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6B707B"/>
                </a:solidFill>
                <a:latin typeface="맑은 고딕"/>
              </a:rPr>
              <a:t>* IT Request 접수 시 기입 항목 : 권한 사용 App, Graph API명, 필요 데이터 필드, 활용 목적, 비고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①활용계정/App : 실제 데이터를 읽거나 쓰는 대상 계정·사서함·사이트·팀을 구체적으로 기재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저장/2차 가공 : 저장하지 않으면 'N/A', 저장 시 저장위치·보관기간·2차 활용범위를 함께 기재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하나의 과제에 복수의 API가 필요한 경우 행을 추가하여 기입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